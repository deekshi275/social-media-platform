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HostelGram: Social Media App for Hostel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Django-based platform for sharing posts, stories, and messages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 dedicated social media platform for hostel students that enables easy sharing of posts, stories, and direct messaging, fostering community interaction and communication among residents.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registration and authentication</a:t>
            </a:r>
          </a:p>
          <a:p>
            <a:r>
              <a:t>- Image posting with captions</a:t>
            </a:r>
          </a:p>
          <a:p>
            <a:r>
              <a:t>- Stories with 12-hour auto-delete</a:t>
            </a:r>
          </a:p>
          <a:p>
            <a:r>
              <a:t>- Real-time messaging system</a:t>
            </a:r>
          </a:p>
          <a:p>
            <a:r>
              <a:t>- Profile management and editing</a:t>
            </a:r>
          </a:p>
          <a:p>
            <a:r>
              <a:t>- Like and comment features</a:t>
            </a:r>
          </a:p>
          <a:p>
            <a:r>
              <a:t>- Follow/unfollow functionality</a:t>
            </a:r>
          </a:p>
          <a:p>
            <a:r>
              <a:t>- Search and explore users/posts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Hostel students lack a dedicated platform for social interaction within their community. Existing social media platforms are general-purpose and do not cater to the specific needs of hostel residents for sharing daily life, events, and maintaining connections. There is a need for a secure, easy-to-use app focused on hostel communities.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Framework: Django 6.0.5</a:t>
            </a:r>
          </a:p>
          <a:p>
            <a:r>
              <a:t>- Database: SQLite</a:t>
            </a:r>
          </a:p>
          <a:p>
            <a:r>
              <a:t>- Frontend: HTML, CSS, JavaScript</a:t>
            </a:r>
          </a:p>
          <a:p>
            <a:r>
              <a:t>- Media Handling: File uploads for images</a:t>
            </a:r>
          </a:p>
          <a:p>
            <a:r>
              <a:t>- Security: User authentication and session management</a:t>
            </a:r>
          </a:p>
          <a:p>
            <a:r>
              <a:t>- Deployment: Local development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 Feed: Displays posts from followed users and stories</a:t>
            </a:r>
          </a:p>
          <a:p>
            <a:r>
              <a:t>- Profile Page: Shows user bio, posts, followers count</a:t>
            </a:r>
          </a:p>
          <a:p>
            <a:r>
              <a:t>- Messaging: Direct chat interface with message history</a:t>
            </a:r>
          </a:p>
          <a:p>
            <a:r>
              <a:t>- Upload Modal: Multi-image post creation</a:t>
            </a:r>
          </a:p>
          <a:p>
            <a:r>
              <a:t>- Story Viewer: Grouped stories from users</a:t>
            </a:r>
          </a:p>
          <a:p>
            <a:r>
              <a:t>- Explore Page: Browse all posts and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